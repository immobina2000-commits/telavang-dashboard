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رشد (٪)</c:v>
                </c:pt>
              </c:strCache>
            </c:strRef>
          </c:tx>
          <c:spPr>
            <a:solidFill>
              <a:srgbClr val="EF7D1F"/>
            </a:solidFill>
            <a:effectLst/>
          </c:spPr>
          <c:invertIfNegative val="0"/>
          <c:dLbls>
            <c:numFmt formatCode="0.0&quot;٪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3181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7D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7D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7D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44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تخم‌مرغ</c:v>
                  </c:pt>
                  <c:pt idx="1">
                    <c:v>تلابار</c:v>
                  </c:pt>
                  <c:pt idx="2">
                    <c:v>تخم مرغ تبدیلی</c:v>
                  </c:pt>
                  <c:pt idx="3">
                    <c:v>تخم ماکیان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11.3</c:v>
                </c:pt>
                <c:pt idx="1">
                  <c:v>46.9</c:v>
                </c:pt>
                <c:pt idx="2">
                  <c:v>21.2</c:v>
                </c:pt>
                <c:pt idx="3">
                  <c:v>-5.4</c:v>
                </c:pt>
              </c:numCache>
            </c:numRef>
          </c:val>
        </c:ser>
        <c:dLbls>
          <c:numFmt formatCode="0.0&quot;٪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3181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2B4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3181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7C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3A2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تِلاونگ · هوش تجاری فروش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23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86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تِلاونگ — گزارش مدیریتی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تحلیل فروش تِلاونگ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800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مدیریتی برای مدیریت  ·  شهریور ۱۴۰۵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875520" y="457200"/>
            <a:ext cx="1737360" cy="173736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0" y="4572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روند فروش محصولات نسبت به دوره قبل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A3A2E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21488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+۱۱٫۳٪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تخم‌مرغ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033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رشد نسبت به دوره قبل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02152" y="17373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A3A2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02152" y="21488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+۴۶٫۹٪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تلابار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7033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بالاترین رشد — پایه فروش کوچک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64224" y="17373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A3A2E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64224" y="21488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9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+۲۱٫۲٪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تخم مرغ تبدیلی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37033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رشد پایدار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26296" y="173736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A3A2E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26296" y="21488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4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−۵٫۴٪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تخم ماکیان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63456" y="37033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تنها محصول رو به کاهش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دادهٔ شهریور ۱۴۰۵ نسبت به دوره مشابه قبل — مستقیماً از موتور محاسبهٔ داشبورد استخراج شده است.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مقایسهٔ نرخ رشد محصولات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600200"/>
          <a:ext cx="105156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ریسک تمرکز روی نمایندگان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23774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محصول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سهم ۳ نماینده برتر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سهم ۵ نماینده برتر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وضعیت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تخم‌مرغ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۳۱٫۷٪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۴۴٫۰٪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تلابار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۳۲٫۴٪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۴۲٫۹٪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تخم مرغ تبدیلی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۴۳٫۱٪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۵۴٫۶٪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44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پرریسک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تخم ماکیان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۳۶٫۷٪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۵۱٫۱٪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44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پرریسک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بیش از ۵۰٪ فروش «تخم مرغ تبدیلی» و «تخم ماکیان» به فقط ۵ نماینده وابسته است — افت یا توقف همکاری هر یک از آن‌ها اثر مستقیم و سریع بر کل فروش آن محصول می‌گذارد.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544068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DEDE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5440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4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نمایندگان رو به کاهشِ مشترک در چند محصول:  </a:t>
            </a:r>
            <a:pPr algn="r" indent="0" marL="0">
              <a:buNone/>
            </a:pPr>
            <a:r>
              <a:rPr lang="en-US" sz="1300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اسماعیل نادری (اصفهان)، مصطفی جهادی (کاشان)، نفیسه مهدوی لنجی (کیش)، ابوذر روشندل (ملایر)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وابستگی متقاطع به یک نماینده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A3A2E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011680"/>
            <a:ext cx="640080" cy="64008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ویرا پخش پیشگام (فارس)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803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نماینده برتر «تلابار» با رشد </a:t>
            </a:r>
            <a:pPr algn="r" indent="0" marL="0">
              <a:buNone/>
            </a:pPr>
            <a:r>
              <a:rPr lang="en-US" sz="1400" b="1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+۱۰۵٪</a:t>
            </a:r>
            <a:pPr algn="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و همزمان نماینده برتر «تخم ماکیان» (در حال کاهش −۹٫۸٪)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3434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نمایندهٔ واحد در دو دسته‌محصول متفاوت نقش کلیدی دارد — اگر همکاری با او مختل شود، دو محصول همزمان آسیب می‌بینند.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A3A2E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شکاف تولید–فروش تلابار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88036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ثبت‌شدهٔ تولید تلابار به‌طور قابل‌توجهی بیشتر از فروش ردیابی‌شده از طریق نمایندگان است — بخش بزرگی از تولید در این داشبورد رصد نمی‌شود.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5262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باید روشن شود این فروش کجا ثبت می‌شود (فروش مستقیم/آنلاین) یا کاهش تولید لازم است.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فرصت‌ها و ریسک‌های جغرافیایی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630936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</a:tblGrid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محصول</a:t>
                      </a:r>
                      <a:endParaRPr lang="en-US" sz="13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سهم ۳ استان برتر</a:t>
                      </a:r>
                      <a:endParaRPr lang="en-US" sz="13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استان پیشرو</a:t>
                      </a:r>
                      <a:endParaRPr lang="en-US" sz="13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تخم‌مرغ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۴۱٫۱٪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مازندران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تلابار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۴۰٫۰٪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مازندران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تخم مرغ تبدیلی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۴۷٫۱٪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خراسان رضوی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تخم ماکیان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۳۹٫۹٪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181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فارس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691640"/>
            <a:ext cx="3977640" cy="4160520"/>
          </a:xfrm>
          <a:prstGeom prst="roundRect">
            <a:avLst>
              <a:gd name="adj" fmla="val 2759"/>
            </a:avLst>
          </a:prstGeom>
          <a:solidFill>
            <a:srgbClr val="23181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68096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استان پوشش‌داده‌نشده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423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البرز، خراسان جنوبی، خراسان شمالی، سیستان و بلوچستان — هیچ فروشی ثبت نشده است.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5204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7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البرز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نزدیکی به تهران و تراکم جمعیتی بالا، بزرگ‌ترین فرصتِ ازدست‌رفته است.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846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8D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همه محصولات، ۳ استان برتر ۴۰ تا ۴۷ درصد فروش را تشکیل می‌دهند.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پیشنهادهای عملی برای مدیریت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73736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4A3A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257800" y="1938528"/>
            <a:ext cx="548640" cy="54864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2578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شکاف تولید–فروش تلابار را ریشه‌یابی کنید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73736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4A3A2E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0" y="1938528"/>
            <a:ext cx="548640" cy="54864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7373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نمایندگان رو به کاهش را شخصاً پیگیری کنید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953512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4A3A2E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57800" y="3154680"/>
            <a:ext cx="548640" cy="54864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5351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وابستگی به «ویرا پخش پیشگام» را کاهش دهید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2953512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4A3A2E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0" y="3154680"/>
            <a:ext cx="548640" cy="54864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95351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بازار البرز را فعال کنید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169664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4A3A2E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57800" y="4370832"/>
            <a:ext cx="548640" cy="54864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5780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169664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تمرکز درآمدی روی ۳ استان برتر را پایش کنید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4169664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4A3A2E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0" y="4370832"/>
            <a:ext cx="548640" cy="548640"/>
          </a:xfrm>
          <a:prstGeom prst="ellipse">
            <a:avLst/>
          </a:prstGeom>
          <a:solidFill>
            <a:srgbClr val="EF7D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7280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4169664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 ثبت «سفارش تولید» را بازبینی کنید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lavang">
  <a:themeElements>
    <a:clrScheme name="Telavang">
      <a:dk1>
        <a:srgbClr val="231815"/>
      </a:dk1>
      <a:lt1>
        <a:srgbClr val="FFFFFF"/>
      </a:lt1>
      <a:dk2>
        <a:srgbClr val="4A3A2E"/>
      </a:dk2>
      <a:lt2>
        <a:srgbClr val="F4F1EC"/>
      </a:lt2>
      <a:accent1>
        <a:srgbClr val="EF7D1F"/>
      </a:accent1>
      <a:accent2>
        <a:srgbClr val="1E2761"/>
      </a:accent2>
      <a:accent3>
        <a:srgbClr val="8A9A5B"/>
      </a:accent3>
      <a:accent4>
        <a:srgbClr val="C9442A"/>
      </a:accent4>
      <a:accent5>
        <a:srgbClr val="4A3A2E"/>
      </a:accent5>
      <a:accent6>
        <a:srgbClr val="1E2761"/>
      </a:accent6>
      <a:hlink>
        <a:srgbClr val="EF7D1F"/>
      </a:hlink>
      <a:folHlink>
        <a:srgbClr val="C9442A"/>
      </a:folHlink>
    </a:clrScheme>
    <a:fontScheme name="Telava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تِلاونگ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تحلیل فروش تِلاونگ</dc:title>
  <dc:subject>PptxGenJS Presentation</dc:subject>
  <dc:creator>تِلاونگ</dc:creator>
  <cp:lastModifiedBy>تِلاونگ</cp:lastModifiedBy>
  <cp:revision>1</cp:revision>
  <dcterms:created xsi:type="dcterms:W3CDTF">2026-10-15T05:18:00Z</dcterms:created>
  <dcterms:modified xsi:type="dcterms:W3CDTF">2026-10-15T05:18:00Z</dcterms:modified>
</cp:coreProperties>
</file>